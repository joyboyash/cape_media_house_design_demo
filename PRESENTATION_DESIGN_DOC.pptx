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embeddedFontLst>
    <p:embeddedFont>
      <p:font typeface="Decalotype Heavy" charset="1" panose="00000A00000000000000"/>
      <p:regular r:id="rId10"/>
    </p:embeddedFont>
    <p:embeddedFont>
      <p:font typeface="Baron" charset="1" panose="020B0000000000000000"/>
      <p:regular r:id="rId11"/>
    </p:embeddedFont>
    <p:embeddedFont>
      <p:font typeface="League Spartan" charset="1" panose="00000800000000000000"/>
      <p:regular r:id="rId12"/>
    </p:embeddedFont>
    <p:embeddedFont>
      <p:font typeface="Bricolage Grotesque Bold" charset="1" panose="020B0605040402000204"/>
      <p:regular r:id="rId13"/>
    </p:embeddedFont>
    <p:embeddedFont>
      <p:font typeface="Touvlo" charset="1" panose="020B0604030403020204"/>
      <p:regular r:id="rId14"/>
    </p:embeddedFont>
    <p:embeddedFont>
      <p:font typeface="Baron Bold" charset="1" panose="020B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1F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143736" y="-838017"/>
            <a:ext cx="37311575" cy="8181300"/>
            <a:chOff x="0" y="0"/>
            <a:chExt cx="49748767" cy="1090840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1742737" y="4227322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849810" y="4227322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7513509" y="2203644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7624683" y="2203644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9807108" y="2203644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914181" y="2203644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9482381" y="4227322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9593555" y="4227322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859933" y="123825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971107" y="123825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721406" y="123825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832581" y="123825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757656" y="6145642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4864729" y="6145642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7640400" y="8077559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7747473" y="8077559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077559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7073" y="8077559"/>
              <a:ext cx="20155212" cy="2830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73"/>
                </a:lnSpc>
                <a:spcBef>
                  <a:spcPct val="0"/>
                </a:spcBef>
              </a:pPr>
              <a:r>
                <a:rPr lang="en-US" b="true" sz="14570">
                  <a:solidFill>
                    <a:srgbClr val="C1FF72">
                      <a:alpha val="0"/>
                    </a:srgbClr>
                  </a:solidFill>
                  <a:latin typeface="Decalotype Heavy"/>
                  <a:ea typeface="Decalotype Heavy"/>
                  <a:cs typeface="Decalotype Heavy"/>
                  <a:sym typeface="Decalotype Heavy"/>
                </a:rPr>
                <a:t>YT BRAND DESIGN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47443" y="1360818"/>
            <a:ext cx="8297115" cy="4136364"/>
            <a:chOff x="0" y="0"/>
            <a:chExt cx="11062820" cy="55151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052889" y="0"/>
              <a:ext cx="6957041" cy="3168682"/>
            </a:xfrm>
            <a:custGeom>
              <a:avLst/>
              <a:gdLst/>
              <a:ahLst/>
              <a:cxnLst/>
              <a:rect r="r" b="b" t="t" l="l"/>
              <a:pathLst>
                <a:path h="3168682" w="6957041">
                  <a:moveTo>
                    <a:pt x="0" y="0"/>
                  </a:moveTo>
                  <a:lnTo>
                    <a:pt x="6957042" y="0"/>
                  </a:lnTo>
                  <a:lnTo>
                    <a:pt x="6957042" y="3168682"/>
                  </a:lnTo>
                  <a:lnTo>
                    <a:pt x="0" y="3168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859" t="-24035" r="-7663" b="-292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3435285"/>
              <a:ext cx="11062820" cy="2079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11"/>
                </a:lnSpc>
                <a:spcBef>
                  <a:spcPct val="0"/>
                </a:spcBef>
              </a:pPr>
              <a:r>
                <a:rPr lang="en-US" sz="10640">
                  <a:solidFill>
                    <a:srgbClr val="1D2129"/>
                  </a:solidFill>
                  <a:latin typeface="Baron"/>
                  <a:ea typeface="Baron"/>
                  <a:cs typeface="Baron"/>
                  <a:sym typeface="Baron"/>
                </a:rPr>
                <a:t>DESIGN DOC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087" y="289558"/>
            <a:ext cx="5833913" cy="469059"/>
            <a:chOff x="0" y="0"/>
            <a:chExt cx="7778550" cy="6254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020913" cy="625412"/>
              <a:chOff x="0" y="0"/>
              <a:chExt cx="3907082" cy="40584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907082" cy="405841"/>
              </a:xfrm>
              <a:custGeom>
                <a:avLst/>
                <a:gdLst/>
                <a:ahLst/>
                <a:cxnLst/>
                <a:rect r="r" b="b" t="t" l="l"/>
                <a:pathLst>
                  <a:path h="405841" w="3907082">
                    <a:moveTo>
                      <a:pt x="10287" y="0"/>
                    </a:moveTo>
                    <a:lnTo>
                      <a:pt x="3896795" y="0"/>
                    </a:lnTo>
                    <a:cubicBezTo>
                      <a:pt x="3902477" y="0"/>
                      <a:pt x="3907082" y="4606"/>
                      <a:pt x="3907082" y="10287"/>
                    </a:cubicBezTo>
                    <a:lnTo>
                      <a:pt x="3907082" y="395554"/>
                    </a:lnTo>
                    <a:cubicBezTo>
                      <a:pt x="3907082" y="401236"/>
                      <a:pt x="3902477" y="405841"/>
                      <a:pt x="3896795" y="405841"/>
                    </a:cubicBezTo>
                    <a:lnTo>
                      <a:pt x="10287" y="405841"/>
                    </a:lnTo>
                    <a:cubicBezTo>
                      <a:pt x="4606" y="405841"/>
                      <a:pt x="0" y="401236"/>
                      <a:pt x="0" y="395554"/>
                    </a:cubicBezTo>
                    <a:lnTo>
                      <a:pt x="0" y="10287"/>
                    </a:lnTo>
                    <a:cubicBezTo>
                      <a:pt x="0" y="4606"/>
                      <a:pt x="4606" y="0"/>
                      <a:pt x="10287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907082" cy="443941"/>
              </a:xfrm>
              <a:prstGeom prst="rect">
                <a:avLst/>
              </a:prstGeom>
            </p:spPr>
            <p:txBody>
              <a:bodyPr anchor="ctr" rtlCol="false" tIns="23195" lIns="23195" bIns="23195" rIns="23195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25382" y="275955"/>
              <a:ext cx="7253169" cy="311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4"/>
                </a:lnSpc>
              </a:pPr>
              <a:r>
                <a:rPr lang="en-US" sz="2308">
                  <a:solidFill>
                    <a:srgbClr val="1C2B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CONTENTS PLANNED: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052684" y="1417930"/>
            <a:ext cx="3453516" cy="2245509"/>
          </a:xfrm>
          <a:custGeom>
            <a:avLst/>
            <a:gdLst/>
            <a:ahLst/>
            <a:cxnLst/>
            <a:rect r="r" b="b" t="t" l="l"/>
            <a:pathLst>
              <a:path h="2245509" w="3453516">
                <a:moveTo>
                  <a:pt x="0" y="0"/>
                </a:moveTo>
                <a:lnTo>
                  <a:pt x="3453516" y="0"/>
                </a:lnTo>
                <a:lnTo>
                  <a:pt x="3453516" y="2245509"/>
                </a:lnTo>
                <a:lnTo>
                  <a:pt x="0" y="22455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10" t="-26057" r="-39257" b="-15103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5625" y="1417930"/>
            <a:ext cx="6298011" cy="2519974"/>
            <a:chOff x="0" y="0"/>
            <a:chExt cx="8397348" cy="335996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40734" y="-47625"/>
              <a:ext cx="1231938" cy="503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08"/>
                </a:lnSpc>
              </a:pPr>
              <a:r>
                <a:rPr lang="en-US" sz="2291" b="true">
                  <a:solidFill>
                    <a:srgbClr val="C1FF72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Pages: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37360"/>
              <a:ext cx="3237996" cy="2822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1082" indent="-185541" lvl="1">
                <a:lnSpc>
                  <a:spcPts val="2406"/>
                </a:lnSpc>
                <a:buFont typeface="Arial"/>
                <a:buChar char="•"/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Hero page           -</a:t>
              </a:r>
            </a:p>
            <a:p>
              <a:pPr algn="l" marL="371082" indent="-185541" lvl="1">
                <a:lnSpc>
                  <a:spcPts val="2406"/>
                </a:lnSpc>
                <a:buFont typeface="Arial"/>
                <a:buChar char="•"/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About page         -</a:t>
              </a:r>
            </a:p>
            <a:p>
              <a:pPr algn="l" marL="371082" indent="-185541" lvl="1">
                <a:lnSpc>
                  <a:spcPts val="2406"/>
                </a:lnSpc>
                <a:buFont typeface="Arial"/>
                <a:buChar char="•"/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Services page    -</a:t>
              </a:r>
            </a:p>
            <a:p>
              <a:pPr algn="l" marL="371082" indent="-185541" lvl="1">
                <a:lnSpc>
                  <a:spcPts val="2406"/>
                </a:lnSpc>
                <a:buFont typeface="Arial"/>
                <a:buChar char="•"/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Case Studies      -</a:t>
              </a:r>
            </a:p>
            <a:p>
              <a:pPr algn="l" marL="371082" indent="-185541" lvl="1">
                <a:lnSpc>
                  <a:spcPts val="2406"/>
                </a:lnSpc>
                <a:buFont typeface="Arial"/>
                <a:buChar char="•"/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Process               -</a:t>
              </a:r>
            </a:p>
            <a:p>
              <a:pPr algn="l" marL="371082" indent="-185541" lvl="1">
                <a:lnSpc>
                  <a:spcPts val="2406"/>
                </a:lnSpc>
                <a:buFont typeface="Arial"/>
                <a:buChar char="•"/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Testimonials       -</a:t>
              </a:r>
            </a:p>
            <a:p>
              <a:pPr algn="l" marL="371082" indent="-185541" lvl="1">
                <a:lnSpc>
                  <a:spcPts val="2406"/>
                </a:lnSpc>
                <a:buFont typeface="Arial"/>
                <a:buChar char="•"/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CTA                      -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390335" y="537360"/>
              <a:ext cx="4007013" cy="2815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6"/>
                </a:lnSpc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Strong, Bold, Attractive</a:t>
              </a:r>
            </a:p>
            <a:p>
              <a:pPr algn="l">
                <a:lnSpc>
                  <a:spcPts val="2406"/>
                </a:lnSpc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P</a:t>
              </a: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recise, Unique</a:t>
              </a:r>
            </a:p>
            <a:p>
              <a:pPr algn="l">
                <a:lnSpc>
                  <a:spcPts val="2406"/>
                </a:lnSpc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Clear, Affirmative</a:t>
              </a:r>
            </a:p>
            <a:p>
              <a:pPr algn="l">
                <a:lnSpc>
                  <a:spcPts val="2406"/>
                </a:lnSpc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Simple Breakdown, Stats</a:t>
              </a:r>
            </a:p>
            <a:p>
              <a:pPr algn="l">
                <a:lnSpc>
                  <a:spcPts val="2406"/>
                </a:lnSpc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Values, Impacts</a:t>
              </a:r>
            </a:p>
            <a:p>
              <a:pPr algn="l">
                <a:lnSpc>
                  <a:spcPts val="2406"/>
                </a:lnSpc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Positive, Upselling</a:t>
              </a:r>
            </a:p>
            <a:p>
              <a:pPr algn="l">
                <a:lnSpc>
                  <a:spcPts val="2406"/>
                </a:lnSpc>
              </a:pPr>
              <a:r>
                <a:rPr lang="en-US" sz="1718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Funky, Instant Clicks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5625" y="4600992"/>
            <a:ext cx="2333170" cy="1669551"/>
            <a:chOff x="0" y="0"/>
            <a:chExt cx="3110893" cy="222606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14479" y="-47625"/>
              <a:ext cx="2349273" cy="52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4"/>
                </a:lnSpc>
              </a:pPr>
              <a:r>
                <a:rPr lang="en-US" sz="2381" b="true">
                  <a:solidFill>
                    <a:srgbClr val="C1FF72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Leads: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54514"/>
              <a:ext cx="3110893" cy="1671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Links to Socials</a:t>
              </a:r>
            </a:p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Mailing Lists</a:t>
              </a:r>
            </a:p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Newsletters</a:t>
              </a:r>
            </a:p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Response Forms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09650" y="4605452"/>
            <a:ext cx="2783766" cy="1665697"/>
            <a:chOff x="0" y="0"/>
            <a:chExt cx="3711688" cy="222093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14479" y="-47625"/>
              <a:ext cx="1440968" cy="52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34"/>
                </a:lnSpc>
              </a:pPr>
              <a:r>
                <a:rPr lang="en-US" sz="2381" b="true">
                  <a:solidFill>
                    <a:srgbClr val="C1FF72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Extras: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49376"/>
              <a:ext cx="3711688" cy="1671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Partner Logos</a:t>
              </a:r>
            </a:p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Project Deep dives</a:t>
              </a:r>
            </a:p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Location Map Design</a:t>
              </a:r>
            </a:p>
            <a:p>
              <a:pPr algn="l" marL="385677" indent="-192838" lvl="1">
                <a:lnSpc>
                  <a:spcPts val="2500"/>
                </a:lnSpc>
                <a:buFont typeface="Arial"/>
                <a:buChar char="•"/>
              </a:pPr>
              <a:r>
                <a:rPr lang="en-US" sz="178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Footer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052684" y="4011418"/>
            <a:ext cx="3453516" cy="2259732"/>
          </a:xfrm>
          <a:custGeom>
            <a:avLst/>
            <a:gdLst/>
            <a:ahLst/>
            <a:cxnLst/>
            <a:rect r="r" b="b" t="t" l="l"/>
            <a:pathLst>
              <a:path h="2259732" w="3453516">
                <a:moveTo>
                  <a:pt x="0" y="0"/>
                </a:moveTo>
                <a:lnTo>
                  <a:pt x="3453516" y="0"/>
                </a:lnTo>
                <a:lnTo>
                  <a:pt x="3453516" y="2259732"/>
                </a:lnTo>
                <a:lnTo>
                  <a:pt x="0" y="2259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72" t="-139910" r="-41105" b="-3942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6572" y="1694804"/>
            <a:ext cx="3275975" cy="1158498"/>
            <a:chOff x="0" y="0"/>
            <a:chExt cx="4367967" cy="154466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64312"/>
              <a:ext cx="4367967" cy="1080353"/>
              <a:chOff x="0" y="0"/>
              <a:chExt cx="1294212" cy="32010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94212" cy="320104"/>
              </a:xfrm>
              <a:custGeom>
                <a:avLst/>
                <a:gdLst/>
                <a:ahLst/>
                <a:cxnLst/>
                <a:rect r="r" b="b" t="t" l="l"/>
                <a:pathLst>
                  <a:path h="320104" w="1294212">
                    <a:moveTo>
                      <a:pt x="80350" y="0"/>
                    </a:moveTo>
                    <a:lnTo>
                      <a:pt x="1213862" y="0"/>
                    </a:lnTo>
                    <a:cubicBezTo>
                      <a:pt x="1258239" y="0"/>
                      <a:pt x="1294212" y="35974"/>
                      <a:pt x="1294212" y="80350"/>
                    </a:cubicBezTo>
                    <a:lnTo>
                      <a:pt x="1294212" y="239754"/>
                    </a:lnTo>
                    <a:cubicBezTo>
                      <a:pt x="1294212" y="261064"/>
                      <a:pt x="1285747" y="281502"/>
                      <a:pt x="1270678" y="296570"/>
                    </a:cubicBezTo>
                    <a:cubicBezTo>
                      <a:pt x="1255610" y="311639"/>
                      <a:pt x="1235172" y="320104"/>
                      <a:pt x="1213862" y="320104"/>
                    </a:cubicBezTo>
                    <a:lnTo>
                      <a:pt x="80350" y="320104"/>
                    </a:lnTo>
                    <a:cubicBezTo>
                      <a:pt x="59040" y="320104"/>
                      <a:pt x="38603" y="311639"/>
                      <a:pt x="23534" y="296570"/>
                    </a:cubicBezTo>
                    <a:cubicBezTo>
                      <a:pt x="8465" y="281502"/>
                      <a:pt x="0" y="261064"/>
                      <a:pt x="0" y="239754"/>
                    </a:cubicBezTo>
                    <a:lnTo>
                      <a:pt x="0" y="80350"/>
                    </a:lnTo>
                    <a:cubicBezTo>
                      <a:pt x="0" y="59040"/>
                      <a:pt x="8465" y="38603"/>
                      <a:pt x="23534" y="23534"/>
                    </a:cubicBezTo>
                    <a:cubicBezTo>
                      <a:pt x="38603" y="8465"/>
                      <a:pt x="59040" y="0"/>
                      <a:pt x="80350" y="0"/>
                    </a:cubicBezTo>
                    <a:close/>
                  </a:path>
                </a:pathLst>
              </a:custGeom>
              <a:solidFill>
                <a:srgbClr val="13131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294212" cy="358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550081" y="714498"/>
              <a:ext cx="3299886" cy="579980"/>
            </a:xfrm>
            <a:custGeom>
              <a:avLst/>
              <a:gdLst/>
              <a:ahLst/>
              <a:cxnLst/>
              <a:rect r="r" b="b" t="t" l="l"/>
              <a:pathLst>
                <a:path h="579980" w="3299886">
                  <a:moveTo>
                    <a:pt x="0" y="0"/>
                  </a:moveTo>
                  <a:lnTo>
                    <a:pt x="3299887" y="0"/>
                  </a:lnTo>
                  <a:lnTo>
                    <a:pt x="3299887" y="579980"/>
                  </a:lnTo>
                  <a:lnTo>
                    <a:pt x="0" y="579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01086" y="-57150"/>
              <a:ext cx="3264750" cy="521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sz="2300" b="true">
                  <a:solidFill>
                    <a:srgbClr val="8B31FF"/>
                  </a:solidFill>
                  <a:latin typeface="Baron Bold"/>
                  <a:ea typeface="Baron Bold"/>
                  <a:cs typeface="Baron Bold"/>
                  <a:sym typeface="Baron Bold"/>
                </a:rPr>
                <a:t>SYNE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19854" y="1694804"/>
            <a:ext cx="3414436" cy="1158498"/>
            <a:chOff x="0" y="0"/>
            <a:chExt cx="4552581" cy="154466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64312"/>
              <a:ext cx="4367967" cy="1080353"/>
              <a:chOff x="0" y="0"/>
              <a:chExt cx="1294212" cy="32010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94212" cy="320104"/>
              </a:xfrm>
              <a:custGeom>
                <a:avLst/>
                <a:gdLst/>
                <a:ahLst/>
                <a:cxnLst/>
                <a:rect r="r" b="b" t="t" l="l"/>
                <a:pathLst>
                  <a:path h="320104" w="1294212">
                    <a:moveTo>
                      <a:pt x="80350" y="0"/>
                    </a:moveTo>
                    <a:lnTo>
                      <a:pt x="1213862" y="0"/>
                    </a:lnTo>
                    <a:cubicBezTo>
                      <a:pt x="1258239" y="0"/>
                      <a:pt x="1294212" y="35974"/>
                      <a:pt x="1294212" y="80350"/>
                    </a:cubicBezTo>
                    <a:lnTo>
                      <a:pt x="1294212" y="239754"/>
                    </a:lnTo>
                    <a:cubicBezTo>
                      <a:pt x="1294212" y="261064"/>
                      <a:pt x="1285747" y="281502"/>
                      <a:pt x="1270678" y="296570"/>
                    </a:cubicBezTo>
                    <a:cubicBezTo>
                      <a:pt x="1255610" y="311639"/>
                      <a:pt x="1235172" y="320104"/>
                      <a:pt x="1213862" y="320104"/>
                    </a:cubicBezTo>
                    <a:lnTo>
                      <a:pt x="80350" y="320104"/>
                    </a:lnTo>
                    <a:cubicBezTo>
                      <a:pt x="59040" y="320104"/>
                      <a:pt x="38603" y="311639"/>
                      <a:pt x="23534" y="296570"/>
                    </a:cubicBezTo>
                    <a:cubicBezTo>
                      <a:pt x="8465" y="281502"/>
                      <a:pt x="0" y="261064"/>
                      <a:pt x="0" y="239754"/>
                    </a:cubicBezTo>
                    <a:lnTo>
                      <a:pt x="0" y="80350"/>
                    </a:lnTo>
                    <a:cubicBezTo>
                      <a:pt x="0" y="59040"/>
                      <a:pt x="8465" y="38603"/>
                      <a:pt x="23534" y="23534"/>
                    </a:cubicBezTo>
                    <a:cubicBezTo>
                      <a:pt x="38603" y="8465"/>
                      <a:pt x="59040" y="0"/>
                      <a:pt x="80350" y="0"/>
                    </a:cubicBezTo>
                    <a:close/>
                  </a:path>
                </a:pathLst>
              </a:custGeom>
              <a:solidFill>
                <a:srgbClr val="1313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294212" cy="358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504168" y="744556"/>
              <a:ext cx="3359631" cy="519864"/>
            </a:xfrm>
            <a:custGeom>
              <a:avLst/>
              <a:gdLst/>
              <a:ahLst/>
              <a:cxnLst/>
              <a:rect r="r" b="b" t="t" l="l"/>
              <a:pathLst>
                <a:path h="519864" w="3359631">
                  <a:moveTo>
                    <a:pt x="0" y="0"/>
                  </a:moveTo>
                  <a:lnTo>
                    <a:pt x="3359631" y="0"/>
                  </a:lnTo>
                  <a:lnTo>
                    <a:pt x="3359631" y="519864"/>
                  </a:lnTo>
                  <a:lnTo>
                    <a:pt x="0" y="519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70" t="-31709" r="-4070" b="-3110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45417" y="-57150"/>
              <a:ext cx="4407165" cy="521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sz="2300" b="true">
                  <a:solidFill>
                    <a:srgbClr val="8B31FF"/>
                  </a:solidFill>
                  <a:latin typeface="Baron Bold"/>
                  <a:ea typeface="Baron Bold"/>
                  <a:cs typeface="Baron Bold"/>
                  <a:sym typeface="Baron Bold"/>
                </a:rPr>
                <a:t>SPACE GROTESQUE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202740" y="-352036"/>
            <a:ext cx="6606920" cy="6007892"/>
          </a:xfrm>
          <a:custGeom>
            <a:avLst/>
            <a:gdLst/>
            <a:ahLst/>
            <a:cxnLst/>
            <a:rect r="r" b="b" t="t" l="l"/>
            <a:pathLst>
              <a:path h="6007892" w="6606920">
                <a:moveTo>
                  <a:pt x="0" y="0"/>
                </a:moveTo>
                <a:lnTo>
                  <a:pt x="6606920" y="0"/>
                </a:lnTo>
                <a:lnTo>
                  <a:pt x="6606920" y="6007892"/>
                </a:lnTo>
                <a:lnTo>
                  <a:pt x="0" y="600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3958" y="648094"/>
            <a:ext cx="2915049" cy="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b="true" sz="23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FONT VARIATIONS: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3958" y="4065817"/>
            <a:ext cx="2915049" cy="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3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COLOR VARIATIONS: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23958" y="5023538"/>
            <a:ext cx="1306148" cy="810768"/>
            <a:chOff x="0" y="0"/>
            <a:chExt cx="1741531" cy="108102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59562"/>
              <a:ext cx="1741531" cy="521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b="true" sz="2300">
                  <a:solidFill>
                    <a:srgbClr val="8B31FF"/>
                  </a:solidFill>
                  <a:latin typeface="Baron Bold"/>
                  <a:ea typeface="Baron Bold"/>
                  <a:cs typeface="Baron Bold"/>
                  <a:sym typeface="Baron Bold"/>
                </a:rPr>
                <a:t>#8B31FF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1632375" cy="521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sz="2300" b="true">
                  <a:solidFill>
                    <a:srgbClr val="E6FA05"/>
                  </a:solidFill>
                  <a:latin typeface="Baron Bold"/>
                  <a:ea typeface="Baron Bold"/>
                  <a:cs typeface="Baron Bold"/>
                  <a:sym typeface="Baron Bold"/>
                </a:rPr>
                <a:t>#E6FA05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972521" y="5023538"/>
            <a:ext cx="1224281" cy="810768"/>
            <a:chOff x="0" y="0"/>
            <a:chExt cx="1632375" cy="108102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59562"/>
              <a:ext cx="1632375" cy="521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sz="2300" b="true">
                  <a:solidFill>
                    <a:srgbClr val="000000"/>
                  </a:solidFill>
                  <a:latin typeface="Baron Bold"/>
                  <a:ea typeface="Baron Bold"/>
                  <a:cs typeface="Baron Bold"/>
                  <a:sym typeface="Baron Bold"/>
                </a:rPr>
                <a:t>#000000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57150"/>
              <a:ext cx="1632375" cy="521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b="true" sz="2300">
                  <a:solidFill>
                    <a:srgbClr val="FFFFFF"/>
                  </a:solidFill>
                  <a:latin typeface="Baron Bold"/>
                  <a:ea typeface="Baron Bold"/>
                  <a:cs typeface="Baron Bold"/>
                  <a:sym typeface="Baron Bold"/>
                </a:rPr>
                <a:t>#FFFFFF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604" y="913941"/>
            <a:ext cx="9942936" cy="5343940"/>
            <a:chOff x="0" y="0"/>
            <a:chExt cx="13257248" cy="7125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95790" y="26878"/>
              <a:ext cx="6561459" cy="3582974"/>
            </a:xfrm>
            <a:custGeom>
              <a:avLst/>
              <a:gdLst/>
              <a:ahLst/>
              <a:cxnLst/>
              <a:rect r="r" b="b" t="t" l="l"/>
              <a:pathLst>
                <a:path h="3582974" w="6561459">
                  <a:moveTo>
                    <a:pt x="0" y="0"/>
                  </a:moveTo>
                  <a:lnTo>
                    <a:pt x="6561458" y="0"/>
                  </a:lnTo>
                  <a:lnTo>
                    <a:pt x="6561458" y="3582974"/>
                  </a:lnTo>
                  <a:lnTo>
                    <a:pt x="0" y="358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58" t="-23576" r="-3656" b="-236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13718" cy="3636730"/>
            </a:xfrm>
            <a:custGeom>
              <a:avLst/>
              <a:gdLst/>
              <a:ahLst/>
              <a:cxnLst/>
              <a:rect r="r" b="b" t="t" l="l"/>
              <a:pathLst>
                <a:path h="3636730" w="6013718">
                  <a:moveTo>
                    <a:pt x="0" y="0"/>
                  </a:moveTo>
                  <a:lnTo>
                    <a:pt x="6013718" y="0"/>
                  </a:lnTo>
                  <a:lnTo>
                    <a:pt x="6013718" y="3636730"/>
                  </a:lnTo>
                  <a:lnTo>
                    <a:pt x="0" y="363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679" t="-13319" r="-7993" b="-12994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695790" y="3792831"/>
              <a:ext cx="5245520" cy="3290985"/>
            </a:xfrm>
            <a:custGeom>
              <a:avLst/>
              <a:gdLst/>
              <a:ahLst/>
              <a:cxnLst/>
              <a:rect r="r" b="b" t="t" l="l"/>
              <a:pathLst>
                <a:path h="3290985" w="5245520">
                  <a:moveTo>
                    <a:pt x="0" y="0"/>
                  </a:moveTo>
                  <a:lnTo>
                    <a:pt x="5245519" y="0"/>
                  </a:lnTo>
                  <a:lnTo>
                    <a:pt x="5245519" y="3290985"/>
                  </a:lnTo>
                  <a:lnTo>
                    <a:pt x="0" y="3290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65" t="-14438" r="-11797" b="-1611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03205" y="3792831"/>
              <a:ext cx="5510513" cy="3332422"/>
            </a:xfrm>
            <a:custGeom>
              <a:avLst/>
              <a:gdLst/>
              <a:ahLst/>
              <a:cxnLst/>
              <a:rect r="r" b="b" t="t" l="l"/>
              <a:pathLst>
                <a:path h="3332422" w="5510513">
                  <a:moveTo>
                    <a:pt x="0" y="0"/>
                  </a:moveTo>
                  <a:lnTo>
                    <a:pt x="5510513" y="0"/>
                  </a:lnTo>
                  <a:lnTo>
                    <a:pt x="5510513" y="3332422"/>
                  </a:lnTo>
                  <a:lnTo>
                    <a:pt x="0" y="3332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387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00625" y="194740"/>
            <a:ext cx="2915049" cy="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3"/>
              </a:lnSpc>
            </a:pPr>
            <a:r>
              <a:rPr lang="en-US" b="true" sz="23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REFERENCES: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DAHHqxt9qG0</dc:identifier>
  <dcterms:modified xsi:type="dcterms:W3CDTF">2011-08-01T06:04:30Z</dcterms:modified>
  <cp:revision>1</cp:revision>
  <dc:title>Copy of THEJOYDEV-YT</dc:title>
</cp:coreProperties>
</file>